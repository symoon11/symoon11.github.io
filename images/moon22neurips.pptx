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354" r:id="rId2"/>
    <p:sldId id="347" r:id="rId3"/>
    <p:sldId id="353" r:id="rId4"/>
    <p:sldId id="352" r:id="rId5"/>
    <p:sldId id="351" r:id="rId6"/>
    <p:sldId id="350" r:id="rId7"/>
    <p:sldId id="349" r:id="rId8"/>
    <p:sldId id="338" r:id="rId9"/>
    <p:sldId id="346" r:id="rId10"/>
    <p:sldId id="345" r:id="rId11"/>
    <p:sldId id="344" r:id="rId12"/>
    <p:sldId id="343" r:id="rId13"/>
    <p:sldId id="348" r:id="rId14"/>
    <p:sldId id="342" r:id="rId15"/>
    <p:sldId id="341" r:id="rId16"/>
    <p:sldId id="355" r:id="rId17"/>
  </p:sldIdLst>
  <p:sldSz cx="6480175" cy="431958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361" userDrawn="1">
          <p15:clr>
            <a:srgbClr val="747775"/>
          </p15:clr>
        </p15:guide>
        <p15:guide id="2" pos="2041" userDrawn="1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242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31"/>
    <p:restoredTop sz="96208"/>
  </p:normalViewPr>
  <p:slideViewPr>
    <p:cSldViewPr snapToGrid="0">
      <p:cViewPr varScale="1">
        <p:scale>
          <a:sx n="182" d="100"/>
          <a:sy n="182" d="100"/>
        </p:scale>
        <p:origin x="1328" y="168"/>
      </p:cViewPr>
      <p:guideLst>
        <p:guide orient="horz" pos="1361"/>
        <p:guide pos="2041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8" d="100"/>
          <a:sy n="118" d="100"/>
        </p:scale>
        <p:origin x="5160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2620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4466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88171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8796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48849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51884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15555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12154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93339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25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9140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074916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94721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47213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20767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>
          <a:extLst>
            <a:ext uri="{FF2B5EF4-FFF2-40B4-BE49-F238E27FC236}">
              <a16:creationId xmlns:a16="http://schemas.microsoft.com/office/drawing/2014/main" id="{53A2E12C-61F5-8F3B-B22A-6AED1DA39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24d42045cc7_0_23:notes">
            <a:extLst>
              <a:ext uri="{FF2B5EF4-FFF2-40B4-BE49-F238E27FC236}">
                <a16:creationId xmlns:a16="http://schemas.microsoft.com/office/drawing/2014/main" id="{25CE3B48-B66D-D5D9-6A0A-BED95651F7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685800"/>
            <a:ext cx="5143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24d42045cc7_0_23:notes">
            <a:extLst>
              <a:ext uri="{FF2B5EF4-FFF2-40B4-BE49-F238E27FC236}">
                <a16:creationId xmlns:a16="http://schemas.microsoft.com/office/drawing/2014/main" id="{3AE9401E-9DD0-D550-70C0-1747DA7C65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6652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220897" y="1790647"/>
            <a:ext cx="6038384" cy="73831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598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220897" y="373743"/>
            <a:ext cx="6038384" cy="6155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220897" y="967866"/>
            <a:ext cx="6038384" cy="5031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134" lvl="0" indent="-342851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267" lvl="1" indent="-31745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400" lvl="2" indent="-31745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534" lvl="3" indent="-31745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5667" lvl="4" indent="-31745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2801" lvl="5" indent="-31745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199934" lvl="6" indent="-31745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068" lvl="7" indent="-31745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201" lvl="8" indent="-31745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220897" y="373743"/>
            <a:ext cx="6038384" cy="6155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220899" y="967867"/>
            <a:ext cx="2834651" cy="4323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134" lvl="0" indent="-31745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267" lvl="1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400" lvl="2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534" lvl="3" indent="-304755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5667" lvl="4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2801" lvl="5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199934" lvl="6" indent="-304755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068" lvl="7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201" lvl="8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3424631" y="967867"/>
            <a:ext cx="2834651" cy="4323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134" lvl="0" indent="-31745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267" lvl="1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400" lvl="2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534" lvl="3" indent="-304755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5667" lvl="4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2801" lvl="5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199934" lvl="6" indent="-304755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068" lvl="7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201" lvl="8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220897" y="373743"/>
            <a:ext cx="6038384" cy="61552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220897" y="547282"/>
            <a:ext cx="1989975" cy="5539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220897" y="1167015"/>
            <a:ext cx="1989975" cy="3970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134" lvl="0" indent="-304755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267" lvl="1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400" lvl="2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534" lvl="3" indent="-304755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5667" lvl="4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2801" lvl="5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199934" lvl="6" indent="-304755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068" lvl="7" indent="-304755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201" lvl="8" indent="-304755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347433" y="1634157"/>
            <a:ext cx="4512737" cy="9232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3240091" y="-104"/>
            <a:ext cx="3240088" cy="4319588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188156" y="1449531"/>
            <a:ext cx="2866756" cy="83096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188156" y="2354070"/>
            <a:ext cx="2866756" cy="5076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099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3500528" y="1908098"/>
            <a:ext cx="2719208" cy="50318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marL="457134" lvl="0" indent="-342851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267" lvl="1" indent="-31745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400" lvl="2" indent="-31745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534" lvl="3" indent="-31745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5667" lvl="4" indent="-31745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2801" lvl="5" indent="-31745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199934" lvl="6" indent="-31745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068" lvl="7" indent="-31745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201" lvl="8" indent="-31745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220897" y="3576176"/>
            <a:ext cx="4251233" cy="46163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marL="457134" lvl="0" indent="-22856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220897" y="546754"/>
            <a:ext cx="6038384" cy="20311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1999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220897" y="2647286"/>
            <a:ext cx="6038384" cy="5031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134" lvl="0" indent="-342851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267" lvl="1" indent="-31745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400" lvl="2" indent="-31745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534" lvl="3" indent="-31745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5667" lvl="4" indent="-31745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2801" lvl="5" indent="-31745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199934" lvl="6" indent="-31745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068" lvl="7" indent="-31745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201" lvl="8" indent="-31745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20897" y="373743"/>
            <a:ext cx="6038384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20897" y="967866"/>
            <a:ext cx="6038384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6004268" y="3912255"/>
            <a:ext cx="388853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-US" altLang="ko" smtClean="0"/>
              <a:pPr/>
              <a:t>‹#›</a:t>
            </a:fld>
            <a:endParaRPr lang="ko" alt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13" Type="http://schemas.openxmlformats.org/officeDocument/2006/relationships/image" Target="../media/image11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12" Type="http://schemas.openxmlformats.org/officeDocument/2006/relationships/image" Target="../media/image10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D73179F-757F-DA78-6EB6-C3B312D885DC}"/>
              </a:ext>
            </a:extLst>
          </p:cNvPr>
          <p:cNvSpPr/>
          <p:nvPr/>
        </p:nvSpPr>
        <p:spPr>
          <a:xfrm>
            <a:off x="2606434" y="462100"/>
            <a:ext cx="3873740" cy="181878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0482FB-0687-7C85-1DA6-61CF94CFD989}"/>
              </a:ext>
            </a:extLst>
          </p:cNvPr>
          <p:cNvSpPr/>
          <p:nvPr/>
        </p:nvSpPr>
        <p:spPr>
          <a:xfrm>
            <a:off x="0" y="2500802"/>
            <a:ext cx="6480175" cy="181878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89940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아래쪽 화살표[D] 15">
            <a:extLst>
              <a:ext uri="{FF2B5EF4-FFF2-40B4-BE49-F238E27FC236}">
                <a16:creationId xmlns:a16="http://schemas.microsoft.com/office/drawing/2014/main" id="{E4B6862F-2E5C-6EE8-9226-EA97324E8DEE}"/>
              </a:ext>
            </a:extLst>
          </p:cNvPr>
          <p:cNvSpPr/>
          <p:nvPr/>
        </p:nvSpPr>
        <p:spPr>
          <a:xfrm rot="16200000">
            <a:off x="2373593" y="1280564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0482FB-0687-7C85-1DA6-61CF94CFD989}"/>
              </a:ext>
            </a:extLst>
          </p:cNvPr>
          <p:cNvSpPr/>
          <p:nvPr/>
        </p:nvSpPr>
        <p:spPr>
          <a:xfrm>
            <a:off x="0" y="2500802"/>
            <a:ext cx="6480175" cy="181878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881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원통[C] 3">
            <a:extLst>
              <a:ext uri="{FF2B5EF4-FFF2-40B4-BE49-F238E27FC236}">
                <a16:creationId xmlns:a16="http://schemas.microsoft.com/office/drawing/2014/main" id="{4045672C-BF2F-D201-DFB5-B87FA28BC84D}"/>
              </a:ext>
            </a:extLst>
          </p:cNvPr>
          <p:cNvSpPr/>
          <p:nvPr/>
        </p:nvSpPr>
        <p:spPr>
          <a:xfrm>
            <a:off x="810286" y="3474815"/>
            <a:ext cx="900000" cy="396000"/>
          </a:xfrm>
          <a:prstGeom prst="can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AD538-0822-D4E7-96EB-A82443CB9CAF}"/>
              </a:ext>
            </a:extLst>
          </p:cNvPr>
          <p:cNvSpPr/>
          <p:nvPr/>
        </p:nvSpPr>
        <p:spPr>
          <a:xfrm>
            <a:off x="0" y="2485357"/>
            <a:ext cx="1139645" cy="347350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0482FB-0687-7C85-1DA6-61CF94CFD989}"/>
              </a:ext>
            </a:extLst>
          </p:cNvPr>
          <p:cNvSpPr/>
          <p:nvPr/>
        </p:nvSpPr>
        <p:spPr>
          <a:xfrm>
            <a:off x="2598811" y="581970"/>
            <a:ext cx="3881363" cy="3737618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아래쪽 화살표[D] 13">
            <a:extLst>
              <a:ext uri="{FF2B5EF4-FFF2-40B4-BE49-F238E27FC236}">
                <a16:creationId xmlns:a16="http://schemas.microsoft.com/office/drawing/2014/main" id="{BA2631A1-1B6E-F900-1D68-78C4CB771C68}"/>
              </a:ext>
            </a:extLst>
          </p:cNvPr>
          <p:cNvSpPr/>
          <p:nvPr/>
        </p:nvSpPr>
        <p:spPr>
          <a:xfrm>
            <a:off x="1139645" y="2521122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0717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원통[C] 3">
            <a:extLst>
              <a:ext uri="{FF2B5EF4-FFF2-40B4-BE49-F238E27FC236}">
                <a16:creationId xmlns:a16="http://schemas.microsoft.com/office/drawing/2014/main" id="{36C4CD80-B62E-248D-2469-56B1C967BE2B}"/>
              </a:ext>
            </a:extLst>
          </p:cNvPr>
          <p:cNvSpPr/>
          <p:nvPr/>
        </p:nvSpPr>
        <p:spPr>
          <a:xfrm>
            <a:off x="822000" y="3472679"/>
            <a:ext cx="900000" cy="396000"/>
          </a:xfrm>
          <a:prstGeom prst="can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0482FB-0687-7C85-1DA6-61CF94CFD989}"/>
              </a:ext>
            </a:extLst>
          </p:cNvPr>
          <p:cNvSpPr/>
          <p:nvPr/>
        </p:nvSpPr>
        <p:spPr>
          <a:xfrm>
            <a:off x="2598811" y="581970"/>
            <a:ext cx="3881363" cy="1790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AD538-0822-D4E7-96EB-A82443CB9CAF}"/>
              </a:ext>
            </a:extLst>
          </p:cNvPr>
          <p:cNvSpPr/>
          <p:nvPr/>
        </p:nvSpPr>
        <p:spPr>
          <a:xfrm>
            <a:off x="0" y="2485356"/>
            <a:ext cx="6480175" cy="1790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366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원통[C] 3">
            <a:extLst>
              <a:ext uri="{FF2B5EF4-FFF2-40B4-BE49-F238E27FC236}">
                <a16:creationId xmlns:a16="http://schemas.microsoft.com/office/drawing/2014/main" id="{C41C45A8-17CD-0475-0132-7B7942B368AD}"/>
              </a:ext>
            </a:extLst>
          </p:cNvPr>
          <p:cNvSpPr/>
          <p:nvPr/>
        </p:nvSpPr>
        <p:spPr>
          <a:xfrm>
            <a:off x="810286" y="3474815"/>
            <a:ext cx="900000" cy="396000"/>
          </a:xfrm>
          <a:prstGeom prst="can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아래쪽 화살표[D] 11">
            <a:extLst>
              <a:ext uri="{FF2B5EF4-FFF2-40B4-BE49-F238E27FC236}">
                <a16:creationId xmlns:a16="http://schemas.microsoft.com/office/drawing/2014/main" id="{581D1CC7-CA6B-5C17-853C-0E70095E1D3B}"/>
              </a:ext>
            </a:extLst>
          </p:cNvPr>
          <p:cNvSpPr/>
          <p:nvPr/>
        </p:nvSpPr>
        <p:spPr>
          <a:xfrm rot="16200000">
            <a:off x="2373593" y="1280564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AD538-0822-D4E7-96EB-A82443CB9CAF}"/>
              </a:ext>
            </a:extLst>
          </p:cNvPr>
          <p:cNvSpPr/>
          <p:nvPr/>
        </p:nvSpPr>
        <p:spPr>
          <a:xfrm>
            <a:off x="0" y="2485356"/>
            <a:ext cx="6480175" cy="1790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7276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원통[C] 21">
            <a:extLst>
              <a:ext uri="{FF2B5EF4-FFF2-40B4-BE49-F238E27FC236}">
                <a16:creationId xmlns:a16="http://schemas.microsoft.com/office/drawing/2014/main" id="{1803C4EE-9C1C-2A2B-ACDB-6A855A5D4098}"/>
              </a:ext>
            </a:extLst>
          </p:cNvPr>
          <p:cNvSpPr/>
          <p:nvPr/>
        </p:nvSpPr>
        <p:spPr>
          <a:xfrm>
            <a:off x="815764" y="3326728"/>
            <a:ext cx="899999" cy="540000"/>
          </a:xfrm>
          <a:prstGeom prst="can">
            <a:avLst>
              <a:gd name="adj" fmla="val 41312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AD538-0822-D4E7-96EB-A82443CB9CAF}"/>
              </a:ext>
            </a:extLst>
          </p:cNvPr>
          <p:cNvSpPr/>
          <p:nvPr/>
        </p:nvSpPr>
        <p:spPr>
          <a:xfrm>
            <a:off x="2616032" y="2485356"/>
            <a:ext cx="3864143" cy="1790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7D0309-8D2E-DDF4-2BCD-B65E60776A8A}"/>
              </a:ext>
            </a:extLst>
          </p:cNvPr>
          <p:cNvSpPr/>
          <p:nvPr/>
        </p:nvSpPr>
        <p:spPr>
          <a:xfrm>
            <a:off x="2664142" y="574350"/>
            <a:ext cx="3816032" cy="1790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아래쪽 화살표[D] 6">
            <a:extLst>
              <a:ext uri="{FF2B5EF4-FFF2-40B4-BE49-F238E27FC236}">
                <a16:creationId xmlns:a16="http://schemas.microsoft.com/office/drawing/2014/main" id="{C05E0C2C-D73E-11E2-672C-5E0C39C0EC94}"/>
              </a:ext>
            </a:extLst>
          </p:cNvPr>
          <p:cNvSpPr/>
          <p:nvPr/>
        </p:nvSpPr>
        <p:spPr>
          <a:xfrm>
            <a:off x="1139645" y="2521122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5F1E854-CD33-1E28-12AC-15ED37B29C12}"/>
              </a:ext>
            </a:extLst>
          </p:cNvPr>
          <p:cNvSpPr/>
          <p:nvPr/>
        </p:nvSpPr>
        <p:spPr>
          <a:xfrm>
            <a:off x="0" y="2508154"/>
            <a:ext cx="1139645" cy="314476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330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원통[C] 21">
            <a:extLst>
              <a:ext uri="{FF2B5EF4-FFF2-40B4-BE49-F238E27FC236}">
                <a16:creationId xmlns:a16="http://schemas.microsoft.com/office/drawing/2014/main" id="{1803C4EE-9C1C-2A2B-ACDB-6A855A5D4098}"/>
              </a:ext>
            </a:extLst>
          </p:cNvPr>
          <p:cNvSpPr/>
          <p:nvPr/>
        </p:nvSpPr>
        <p:spPr>
          <a:xfrm>
            <a:off x="815764" y="3326728"/>
            <a:ext cx="899999" cy="540000"/>
          </a:xfrm>
          <a:prstGeom prst="can">
            <a:avLst>
              <a:gd name="adj" fmla="val 41312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7D0309-8D2E-DDF4-2BCD-B65E60776A8A}"/>
              </a:ext>
            </a:extLst>
          </p:cNvPr>
          <p:cNvSpPr/>
          <p:nvPr/>
        </p:nvSpPr>
        <p:spPr>
          <a:xfrm>
            <a:off x="2664142" y="574350"/>
            <a:ext cx="3816032" cy="1790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AD538-0822-D4E7-96EB-A82443CB9CAF}"/>
              </a:ext>
            </a:extLst>
          </p:cNvPr>
          <p:cNvSpPr/>
          <p:nvPr/>
        </p:nvSpPr>
        <p:spPr>
          <a:xfrm>
            <a:off x="0" y="2485356"/>
            <a:ext cx="6480175" cy="1790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2003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원통[C] 21">
            <a:extLst>
              <a:ext uri="{FF2B5EF4-FFF2-40B4-BE49-F238E27FC236}">
                <a16:creationId xmlns:a16="http://schemas.microsoft.com/office/drawing/2014/main" id="{1803C4EE-9C1C-2A2B-ACDB-6A855A5D4098}"/>
              </a:ext>
            </a:extLst>
          </p:cNvPr>
          <p:cNvSpPr/>
          <p:nvPr/>
        </p:nvSpPr>
        <p:spPr>
          <a:xfrm>
            <a:off x="815764" y="3326728"/>
            <a:ext cx="899999" cy="540000"/>
          </a:xfrm>
          <a:prstGeom prst="can">
            <a:avLst>
              <a:gd name="adj" fmla="val 41312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아래쪽 화살표[D] 22">
            <a:extLst>
              <a:ext uri="{FF2B5EF4-FFF2-40B4-BE49-F238E27FC236}">
                <a16:creationId xmlns:a16="http://schemas.microsoft.com/office/drawing/2014/main" id="{E4579EBA-BB84-2AF4-FC92-FD4835900ED0}"/>
              </a:ext>
            </a:extLst>
          </p:cNvPr>
          <p:cNvSpPr/>
          <p:nvPr/>
        </p:nvSpPr>
        <p:spPr>
          <a:xfrm rot="16200000">
            <a:off x="2373593" y="1280564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AD538-0822-D4E7-96EB-A82443CB9CAF}"/>
              </a:ext>
            </a:extLst>
          </p:cNvPr>
          <p:cNvSpPr/>
          <p:nvPr/>
        </p:nvSpPr>
        <p:spPr>
          <a:xfrm>
            <a:off x="0" y="2485356"/>
            <a:ext cx="6480175" cy="1790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968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7" name="원통[C] 16">
            <a:extLst>
              <a:ext uri="{FF2B5EF4-FFF2-40B4-BE49-F238E27FC236}">
                <a16:creationId xmlns:a16="http://schemas.microsoft.com/office/drawing/2014/main" id="{4EC29396-3DF8-7B26-9DE8-E1EA017B6390}"/>
              </a:ext>
            </a:extLst>
          </p:cNvPr>
          <p:cNvSpPr/>
          <p:nvPr/>
        </p:nvSpPr>
        <p:spPr>
          <a:xfrm>
            <a:off x="822000" y="3169105"/>
            <a:ext cx="900000" cy="720000"/>
          </a:xfrm>
          <a:prstGeom prst="can">
            <a:avLst>
              <a:gd name="adj" fmla="val 30807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3471F6-232D-D8A1-E00F-F5DAA29C498C}"/>
              </a:ext>
            </a:extLst>
          </p:cNvPr>
          <p:cNvSpPr/>
          <p:nvPr/>
        </p:nvSpPr>
        <p:spPr>
          <a:xfrm>
            <a:off x="1" y="2510758"/>
            <a:ext cx="1101436" cy="3118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AD538-0822-D4E7-96EB-A82443CB9CAF}"/>
              </a:ext>
            </a:extLst>
          </p:cNvPr>
          <p:cNvSpPr/>
          <p:nvPr/>
        </p:nvSpPr>
        <p:spPr>
          <a:xfrm>
            <a:off x="2520572" y="210492"/>
            <a:ext cx="3959603" cy="4065735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아래쪽 화살표[D] 20">
            <a:extLst>
              <a:ext uri="{FF2B5EF4-FFF2-40B4-BE49-F238E27FC236}">
                <a16:creationId xmlns:a16="http://schemas.microsoft.com/office/drawing/2014/main" id="{7050DEBE-083D-C415-AB6E-45C0C0A6C16D}"/>
              </a:ext>
            </a:extLst>
          </p:cNvPr>
          <p:cNvSpPr/>
          <p:nvPr/>
        </p:nvSpPr>
        <p:spPr>
          <a:xfrm>
            <a:off x="1139645" y="2521122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706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원통[C] 3">
            <a:extLst>
              <a:ext uri="{FF2B5EF4-FFF2-40B4-BE49-F238E27FC236}">
                <a16:creationId xmlns:a16="http://schemas.microsoft.com/office/drawing/2014/main" id="{FCDB157A-2759-167A-03CF-E0544F0657C4}"/>
              </a:ext>
            </a:extLst>
          </p:cNvPr>
          <p:cNvSpPr/>
          <p:nvPr/>
        </p:nvSpPr>
        <p:spPr>
          <a:xfrm>
            <a:off x="822000" y="3169105"/>
            <a:ext cx="900000" cy="720000"/>
          </a:xfrm>
          <a:prstGeom prst="can">
            <a:avLst>
              <a:gd name="adj" fmla="val 30807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BAD538-0822-D4E7-96EB-A82443CB9CAF}"/>
              </a:ext>
            </a:extLst>
          </p:cNvPr>
          <p:cNvSpPr/>
          <p:nvPr/>
        </p:nvSpPr>
        <p:spPr>
          <a:xfrm>
            <a:off x="2520572" y="0"/>
            <a:ext cx="3959603" cy="223852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3471F6-232D-D8A1-E00F-F5DAA29C498C}"/>
              </a:ext>
            </a:extLst>
          </p:cNvPr>
          <p:cNvSpPr/>
          <p:nvPr/>
        </p:nvSpPr>
        <p:spPr>
          <a:xfrm>
            <a:off x="0" y="2510758"/>
            <a:ext cx="6487537" cy="176500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243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원통[C] 3">
            <a:extLst>
              <a:ext uri="{FF2B5EF4-FFF2-40B4-BE49-F238E27FC236}">
                <a16:creationId xmlns:a16="http://schemas.microsoft.com/office/drawing/2014/main" id="{620526DB-6F0E-0A34-5084-2282A4D789C2}"/>
              </a:ext>
            </a:extLst>
          </p:cNvPr>
          <p:cNvSpPr/>
          <p:nvPr/>
        </p:nvSpPr>
        <p:spPr>
          <a:xfrm>
            <a:off x="822000" y="3169105"/>
            <a:ext cx="900000" cy="720000"/>
          </a:xfrm>
          <a:prstGeom prst="can">
            <a:avLst>
              <a:gd name="adj" fmla="val 30807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4" name="아래쪽 화살표[D] 13">
            <a:extLst>
              <a:ext uri="{FF2B5EF4-FFF2-40B4-BE49-F238E27FC236}">
                <a16:creationId xmlns:a16="http://schemas.microsoft.com/office/drawing/2014/main" id="{6E9D5DBA-77C8-132A-7A34-8911D06FD6BF}"/>
              </a:ext>
            </a:extLst>
          </p:cNvPr>
          <p:cNvSpPr/>
          <p:nvPr/>
        </p:nvSpPr>
        <p:spPr>
          <a:xfrm rot="16200000">
            <a:off x="2373593" y="1280564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원통[C] 17">
            <a:extLst>
              <a:ext uri="{FF2B5EF4-FFF2-40B4-BE49-F238E27FC236}">
                <a16:creationId xmlns:a16="http://schemas.microsoft.com/office/drawing/2014/main" id="{69333E60-C612-FD23-9F54-F8741A1A4CAA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3471F6-232D-D8A1-E00F-F5DAA29C498C}"/>
              </a:ext>
            </a:extLst>
          </p:cNvPr>
          <p:cNvSpPr/>
          <p:nvPr/>
        </p:nvSpPr>
        <p:spPr>
          <a:xfrm>
            <a:off x="1" y="2510758"/>
            <a:ext cx="6487536" cy="176500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2460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3" name="원통[C] 12">
            <a:extLst>
              <a:ext uri="{FF2B5EF4-FFF2-40B4-BE49-F238E27FC236}">
                <a16:creationId xmlns:a16="http://schemas.microsoft.com/office/drawing/2014/main" id="{F4D20AC8-7FA6-7345-2758-1BC85F2ADA8C}"/>
              </a:ext>
            </a:extLst>
          </p:cNvPr>
          <p:cNvSpPr/>
          <p:nvPr/>
        </p:nvSpPr>
        <p:spPr>
          <a:xfrm>
            <a:off x="810286" y="2967388"/>
            <a:ext cx="900000" cy="900000"/>
          </a:xfrm>
          <a:prstGeom prst="can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아래쪽 화살표[D] 13">
            <a:extLst>
              <a:ext uri="{FF2B5EF4-FFF2-40B4-BE49-F238E27FC236}">
                <a16:creationId xmlns:a16="http://schemas.microsoft.com/office/drawing/2014/main" id="{6E9D5DBA-77C8-132A-7A34-8911D06FD6BF}"/>
              </a:ext>
            </a:extLst>
          </p:cNvPr>
          <p:cNvSpPr/>
          <p:nvPr/>
        </p:nvSpPr>
        <p:spPr>
          <a:xfrm>
            <a:off x="1139645" y="2521122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373E442-FE22-EE47-5488-13D1D25D303C}"/>
              </a:ext>
            </a:extLst>
          </p:cNvPr>
          <p:cNvSpPr/>
          <p:nvPr/>
        </p:nvSpPr>
        <p:spPr>
          <a:xfrm>
            <a:off x="11664" y="2503684"/>
            <a:ext cx="1127981" cy="2812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43471F6-232D-D8A1-E00F-F5DAA29C498C}"/>
              </a:ext>
            </a:extLst>
          </p:cNvPr>
          <p:cNvSpPr/>
          <p:nvPr/>
        </p:nvSpPr>
        <p:spPr>
          <a:xfrm>
            <a:off x="2664142" y="80713"/>
            <a:ext cx="3816033" cy="4238875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0741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471F6-232D-D8A1-E00F-F5DAA29C498C}"/>
              </a:ext>
            </a:extLst>
          </p:cNvPr>
          <p:cNvSpPr/>
          <p:nvPr/>
        </p:nvSpPr>
        <p:spPr>
          <a:xfrm>
            <a:off x="0" y="80713"/>
            <a:ext cx="6480175" cy="244274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3" name="원통[C] 12">
            <a:extLst>
              <a:ext uri="{FF2B5EF4-FFF2-40B4-BE49-F238E27FC236}">
                <a16:creationId xmlns:a16="http://schemas.microsoft.com/office/drawing/2014/main" id="{F4D20AC8-7FA6-7345-2758-1BC85F2ADA8C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69882A2-BBD8-ED73-FB2E-16B2CA8D81A1}"/>
              </a:ext>
            </a:extLst>
          </p:cNvPr>
          <p:cNvSpPr/>
          <p:nvPr/>
        </p:nvSpPr>
        <p:spPr>
          <a:xfrm>
            <a:off x="2664142" y="2597645"/>
            <a:ext cx="3816033" cy="1631108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0366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471F6-232D-D8A1-E00F-F5DAA29C498C}"/>
              </a:ext>
            </a:extLst>
          </p:cNvPr>
          <p:cNvSpPr/>
          <p:nvPr/>
        </p:nvSpPr>
        <p:spPr>
          <a:xfrm>
            <a:off x="0" y="80713"/>
            <a:ext cx="6480175" cy="244274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13" name="원통[C] 12">
            <a:extLst>
              <a:ext uri="{FF2B5EF4-FFF2-40B4-BE49-F238E27FC236}">
                <a16:creationId xmlns:a16="http://schemas.microsoft.com/office/drawing/2014/main" id="{F4D20AC8-7FA6-7345-2758-1BC85F2ADA8C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아래쪽 화살표[D] 13">
            <a:extLst>
              <a:ext uri="{FF2B5EF4-FFF2-40B4-BE49-F238E27FC236}">
                <a16:creationId xmlns:a16="http://schemas.microsoft.com/office/drawing/2014/main" id="{6E9D5DBA-77C8-132A-7A34-8911D06FD6BF}"/>
              </a:ext>
            </a:extLst>
          </p:cNvPr>
          <p:cNvSpPr/>
          <p:nvPr/>
        </p:nvSpPr>
        <p:spPr>
          <a:xfrm rot="16200000">
            <a:off x="2105056" y="3255260"/>
            <a:ext cx="264710" cy="331109"/>
          </a:xfrm>
          <a:prstGeom prst="downArrow">
            <a:avLst>
              <a:gd name="adj1" fmla="val 37549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69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571503E-0D7E-0362-1500-628CDD75B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BAFAB0F-995D-42EE-BF9D-99F559B1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17AC6A-59F8-9731-C737-FC57B988DE34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AEE8A-1BEF-3703-F1DB-49CE8B108C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D3BB70B-A1A2-5CEA-540E-B91FD1233046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EEFFE0F-2FE1-B49B-E7FF-AB0BB2994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C2468FBF-A481-C026-3B09-3477DD729C4C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D3E3E0C-7302-EF17-5066-1F0164441157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4D61E5CD-EDF4-ABE6-5F21-A1323987711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2C07C2B-E507-4CE7-806B-DA083EF02A52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073E87EF-D3AF-9448-26A0-5D909F86E9AC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5D681CB-5F5D-82BD-C937-7ACA2EECC66D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48159A13-9EFC-8C2B-FF99-E1E0FB4EA1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E1B98D59-EB0F-4867-844E-7EF4ED1F92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5C711F4-654C-6D6C-BFCB-594C00E4EC5E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BF27BC35-289E-4E54-0016-F1A8126FE9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EEF4BBD7-8FB2-610B-84F8-5AC593131DEC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36AB393E-EF5C-2353-ED98-AF943C892131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C4F0EF64-06D2-BD8C-B0E6-55D8F0E9DB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E603A07-A0AE-FC7F-9AF3-EE6FF3327535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7F1AE5-4391-4073-F59D-DC2A1915BDE9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982F0A-B2D5-F009-80F9-C29E87C1563D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86" name="원통[C] 85">
            <a:extLst>
              <a:ext uri="{FF2B5EF4-FFF2-40B4-BE49-F238E27FC236}">
                <a16:creationId xmlns:a16="http://schemas.microsoft.com/office/drawing/2014/main" id="{91EC83EA-908D-A140-EB93-0EEE7FB84482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B73E9E6-9E8E-E1EB-7458-CBB17FCE5893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ED46CB78-04D6-1228-6EA1-ADC68B4A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524563A2-2AEA-7F38-4DC4-72D7837DCEFC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6FE200BA-D280-8CC3-1208-40103B657C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4659420C-23A8-70C7-A11E-A927098AF9D6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0623EE3-40B9-D24E-AEF5-E94F114EC4C4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4EB9AF0-CF11-366C-5C87-A8733F7632E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111A72F3-2C4F-F86C-20A0-4791BB5DA733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CBA3C5C3-B8EF-79E9-A246-61AF1C491CAF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084A08F-C078-58F8-26C8-854892BA354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A64DB605-19C2-4E11-C3AD-27AB0FF2CE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471F6-232D-D8A1-E00F-F5DAA29C498C}"/>
              </a:ext>
            </a:extLst>
          </p:cNvPr>
          <p:cNvSpPr/>
          <p:nvPr/>
        </p:nvSpPr>
        <p:spPr>
          <a:xfrm>
            <a:off x="0" y="80713"/>
            <a:ext cx="6480175" cy="2442749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0ADFA82-892B-DC95-4786-C1FDAE8B2E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EA4507C-FD7C-9E20-6CAD-47C9BB75F4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206D652C-B38F-11DA-2A8D-A687C7BFABB6}"/>
              </a:ext>
            </a:extLst>
          </p:cNvPr>
          <p:cNvSpPr/>
          <p:nvPr/>
        </p:nvSpPr>
        <p:spPr>
          <a:xfrm>
            <a:off x="2509755" y="2575316"/>
            <a:ext cx="3970420" cy="1690998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849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>
          <a:extLst>
            <a:ext uri="{FF2B5EF4-FFF2-40B4-BE49-F238E27FC236}">
              <a16:creationId xmlns:a16="http://schemas.microsoft.com/office/drawing/2014/main" id="{DC94A848-ACCF-58FB-7786-573B62270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DC243BF-43D2-9562-E291-DE6247E7C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0690" y="879414"/>
            <a:ext cx="449222" cy="20776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57EC37E-8E50-1136-BBF7-8C3370368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019" y="1829810"/>
            <a:ext cx="480564" cy="1932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51E98B9-6815-F7D1-2D91-BD51040B8C50}"/>
              </a:ext>
            </a:extLst>
          </p:cNvPr>
          <p:cNvSpPr/>
          <p:nvPr/>
        </p:nvSpPr>
        <p:spPr>
          <a:xfrm>
            <a:off x="3621247" y="96042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BF2B30B-3E16-0B12-A76F-6F74F0FBB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1482635"/>
            <a:ext cx="85333" cy="14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CDBCA9-D1BB-9241-1897-C3913F18F8CA}"/>
              </a:ext>
            </a:extLst>
          </p:cNvPr>
          <p:cNvSpPr txBox="1"/>
          <p:nvPr/>
        </p:nvSpPr>
        <p:spPr>
          <a:xfrm>
            <a:off x="4878035" y="683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613FCF06-B9BB-7030-F3DB-FC4518C578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1003175"/>
            <a:ext cx="900000" cy="220531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E151A19F-80DE-853C-945B-46CBD14156D1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4593247" y="100659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50F4794-5502-3C20-4143-34B69CFC2922}"/>
              </a:ext>
            </a:extLst>
          </p:cNvPr>
          <p:cNvSpPr txBox="1"/>
          <p:nvPr/>
        </p:nvSpPr>
        <p:spPr>
          <a:xfrm>
            <a:off x="4878036" y="165542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BEA8C203-DC8C-5F0F-7D98-4C1A1D2E9747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1967791"/>
            <a:ext cx="499135" cy="205200"/>
          </a:xfrm>
          <a:prstGeom prst="rect">
            <a:avLst/>
          </a:prstGeom>
        </p:spPr>
      </p:pic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D0F26A7-8705-6B98-E215-DE8C09C9D50D}"/>
              </a:ext>
            </a:extLst>
          </p:cNvPr>
          <p:cNvCxnSpPr>
            <a:cxnSpLocks/>
            <a:stCxn id="2" idx="3"/>
            <a:endCxn id="35" idx="1"/>
          </p:cNvCxnSpPr>
          <p:nvPr/>
        </p:nvCxnSpPr>
        <p:spPr>
          <a:xfrm>
            <a:off x="4593247" y="144642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70621E6B-FB1F-A163-1342-ED1D15E41472}"/>
              </a:ext>
            </a:extLst>
          </p:cNvPr>
          <p:cNvCxnSpPr>
            <a:cxnSpLocks/>
            <a:stCxn id="39" idx="3"/>
            <a:endCxn id="2" idx="1"/>
          </p:cNvCxnSpPr>
          <p:nvPr/>
        </p:nvCxnSpPr>
        <p:spPr>
          <a:xfrm>
            <a:off x="3336457" y="1446347"/>
            <a:ext cx="284790" cy="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0CB904B-381E-213A-751B-6F27FCE4782C}"/>
              </a:ext>
            </a:extLst>
          </p:cNvPr>
          <p:cNvSpPr txBox="1"/>
          <p:nvPr/>
        </p:nvSpPr>
        <p:spPr>
          <a:xfrm>
            <a:off x="2670471" y="1123181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F81B256E-308E-0D2C-EA05-0CE6A9D633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1455387"/>
            <a:ext cx="189626" cy="166871"/>
          </a:xfrm>
          <a:prstGeom prst="rect">
            <a:avLst/>
          </a:prstGeom>
        </p:spPr>
      </p:pic>
      <p:pic>
        <p:nvPicPr>
          <p:cNvPr id="48" name="그림 47" descr="지도, 지구, 세계이(가) 표시된 사진&#10;&#10;자동 생성된 설명">
            <a:extLst>
              <a:ext uri="{FF2B5EF4-FFF2-40B4-BE49-F238E27FC236}">
                <a16:creationId xmlns:a16="http://schemas.microsoft.com/office/drawing/2014/main" id="{A43D875E-985E-B9BB-0D7E-03F0630432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190" y="1095388"/>
            <a:ext cx="720000" cy="720000"/>
          </a:xfrm>
          <a:prstGeom prst="rect">
            <a:avLst/>
          </a:prstGeom>
        </p:spPr>
      </p:pic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29FB743C-FCBA-C677-5EBD-A485A1DE8AD1}"/>
              </a:ext>
            </a:extLst>
          </p:cNvPr>
          <p:cNvSpPr/>
          <p:nvPr/>
        </p:nvSpPr>
        <p:spPr>
          <a:xfrm>
            <a:off x="1302812" y="1032347"/>
            <a:ext cx="828000" cy="828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Agent</a:t>
            </a:r>
            <a:r>
              <a:rPr kumimoji="1" lang="en-US" altLang="ko-Kore-KR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CA9FD6C1-1799-7DD2-6DBB-1821B9F75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7189" y="2046471"/>
            <a:ext cx="889623" cy="212362"/>
          </a:xfrm>
          <a:prstGeom prst="rect">
            <a:avLst/>
          </a:prstGeom>
        </p:spPr>
      </p:pic>
      <p:cxnSp>
        <p:nvCxnSpPr>
          <p:cNvPr id="51" name="꺾인 연결선[E] 50">
            <a:extLst>
              <a:ext uri="{FF2B5EF4-FFF2-40B4-BE49-F238E27FC236}">
                <a16:creationId xmlns:a16="http://schemas.microsoft.com/office/drawing/2014/main" id="{9ABEBAA1-4176-A7A0-379A-3CD0FA24AB84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1240481" y="619057"/>
            <a:ext cx="63041" cy="889622"/>
          </a:xfrm>
          <a:prstGeom prst="bentConnector3">
            <a:avLst>
              <a:gd name="adj1" fmla="val 325407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EDD933D2-45EB-6654-9332-8C2AE9C9E0A8}"/>
              </a:ext>
            </a:extLst>
          </p:cNvPr>
          <p:cNvCxnSpPr>
            <a:cxnSpLocks/>
            <a:stCxn id="49" idx="2"/>
            <a:endCxn id="48" idx="2"/>
          </p:cNvCxnSpPr>
          <p:nvPr/>
        </p:nvCxnSpPr>
        <p:spPr>
          <a:xfrm rot="5400000" flipH="1">
            <a:off x="1249521" y="1393057"/>
            <a:ext cx="44959" cy="889622"/>
          </a:xfrm>
          <a:prstGeom prst="bentConnector3">
            <a:avLst>
              <a:gd name="adj1" fmla="val -302329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그림 52">
            <a:extLst>
              <a:ext uri="{FF2B5EF4-FFF2-40B4-BE49-F238E27FC236}">
                <a16:creationId xmlns:a16="http://schemas.microsoft.com/office/drawing/2014/main" id="{A37034C8-0D5D-CCAF-F626-5E188279BBE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7189" y="584530"/>
            <a:ext cx="889623" cy="249364"/>
          </a:xfrm>
          <a:prstGeom prst="rect">
            <a:avLst/>
          </a:prstGeom>
        </p:spPr>
      </p:pic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E24590A8-9616-6C69-0A43-54BF1AA05E28}"/>
              </a:ext>
            </a:extLst>
          </p:cNvPr>
          <p:cNvSpPr/>
          <p:nvPr/>
        </p:nvSpPr>
        <p:spPr>
          <a:xfrm>
            <a:off x="366812" y="510347"/>
            <a:ext cx="1872000" cy="187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22E4EB-DDB6-DACF-E0D1-099C2AAE7996}"/>
              </a:ext>
            </a:extLst>
          </p:cNvPr>
          <p:cNvSpPr txBox="1"/>
          <p:nvPr/>
        </p:nvSpPr>
        <p:spPr>
          <a:xfrm>
            <a:off x="-72032" y="80713"/>
            <a:ext cx="17646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 Phase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400B8DC-6122-00ED-47A2-60D32D930416}"/>
              </a:ext>
            </a:extLst>
          </p:cNvPr>
          <p:cNvSpPr txBox="1"/>
          <p:nvPr/>
        </p:nvSpPr>
        <p:spPr>
          <a:xfrm>
            <a:off x="-72032" y="2469558"/>
            <a:ext cx="18200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ore-KR" sz="2000" b="1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Aux Phase </a:t>
            </a:r>
          </a:p>
        </p:txBody>
      </p:sp>
      <p:sp>
        <p:nvSpPr>
          <p:cNvPr id="86" name="원통[C] 85">
            <a:extLst>
              <a:ext uri="{FF2B5EF4-FFF2-40B4-BE49-F238E27FC236}">
                <a16:creationId xmlns:a16="http://schemas.microsoft.com/office/drawing/2014/main" id="{C0259402-D310-9E57-FF2D-D1EE019ABB4F}"/>
              </a:ext>
            </a:extLst>
          </p:cNvPr>
          <p:cNvSpPr/>
          <p:nvPr/>
        </p:nvSpPr>
        <p:spPr>
          <a:xfrm>
            <a:off x="810286" y="2970815"/>
            <a:ext cx="900000" cy="900000"/>
          </a:xfrm>
          <a:prstGeom prst="can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Buffer</a:t>
            </a:r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0EE3524-ADE3-BAE3-B20F-8CF34C48A4D8}"/>
              </a:ext>
            </a:extLst>
          </p:cNvPr>
          <p:cNvSpPr/>
          <p:nvPr/>
        </p:nvSpPr>
        <p:spPr>
          <a:xfrm>
            <a:off x="3621247" y="2934895"/>
            <a:ext cx="972000" cy="972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Encoder</a:t>
            </a:r>
          </a:p>
          <a:p>
            <a:pPr algn="ctr"/>
            <a:endParaRPr kumimoji="1" lang="ko-Kore-KR" altLang="en-US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9EAF0CD4-11F8-33DB-3207-8A9D83449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580" y="3457105"/>
            <a:ext cx="85333" cy="144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2ED1067F-A1EC-EFEF-4DAD-4B8FFA96FBE1}"/>
              </a:ext>
            </a:extLst>
          </p:cNvPr>
          <p:cNvSpPr txBox="1"/>
          <p:nvPr/>
        </p:nvSpPr>
        <p:spPr>
          <a:xfrm>
            <a:off x="4878035" y="2657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Policy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8" name="그림 117">
            <a:extLst>
              <a:ext uri="{FF2B5EF4-FFF2-40B4-BE49-F238E27FC236}">
                <a16:creationId xmlns:a16="http://schemas.microsoft.com/office/drawing/2014/main" id="{17AA3002-4E63-9F0D-64B4-C312A7A8A1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037" y="2977645"/>
            <a:ext cx="900000" cy="220531"/>
          </a:xfrm>
          <a:prstGeom prst="rect">
            <a:avLst/>
          </a:prstGeom>
        </p:spPr>
      </p:pic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E0A9A89F-EF87-18BF-3CE5-49951B4558E2}"/>
              </a:ext>
            </a:extLst>
          </p:cNvPr>
          <p:cNvCxnSpPr>
            <a:cxnSpLocks/>
            <a:stCxn id="115" idx="3"/>
            <a:endCxn id="117" idx="1"/>
          </p:cNvCxnSpPr>
          <p:nvPr/>
        </p:nvCxnSpPr>
        <p:spPr>
          <a:xfrm flipV="1">
            <a:off x="4593247" y="2981062"/>
            <a:ext cx="284788" cy="439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A77B1670-EFCD-F808-3AB1-1970D537FE4E}"/>
              </a:ext>
            </a:extLst>
          </p:cNvPr>
          <p:cNvSpPr txBox="1"/>
          <p:nvPr/>
        </p:nvSpPr>
        <p:spPr>
          <a:xfrm>
            <a:off x="4878036" y="3629896"/>
            <a:ext cx="9978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Value</a:t>
            </a:r>
          </a:p>
          <a:p>
            <a:pPr algn="ctr"/>
            <a:endParaRPr lang="ko-Kore-KR" altLang="en-US" sz="1800" dirty="0">
              <a:solidFill>
                <a:schemeClr val="tx1">
                  <a:alpha val="2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0A42583B-AB05-4EE3-2D13-8AA3A11B88C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27388" y="3942261"/>
            <a:ext cx="499135" cy="205200"/>
          </a:xfrm>
          <a:prstGeom prst="rect">
            <a:avLst/>
          </a:prstGeom>
        </p:spPr>
      </p:pic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712B7CAA-3F8C-B442-33FE-2A82B32787C9}"/>
              </a:ext>
            </a:extLst>
          </p:cNvPr>
          <p:cNvCxnSpPr>
            <a:cxnSpLocks/>
            <a:stCxn id="115" idx="3"/>
            <a:endCxn id="120" idx="1"/>
          </p:cNvCxnSpPr>
          <p:nvPr/>
        </p:nvCxnSpPr>
        <p:spPr>
          <a:xfrm>
            <a:off x="4593247" y="3420895"/>
            <a:ext cx="284789" cy="53216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B063869E-9B86-FBD6-2324-8CEB516A09AB}"/>
              </a:ext>
            </a:extLst>
          </p:cNvPr>
          <p:cNvCxnSpPr>
            <a:cxnSpLocks/>
            <a:stCxn id="124" idx="3"/>
            <a:endCxn id="115" idx="1"/>
          </p:cNvCxnSpPr>
          <p:nvPr/>
        </p:nvCxnSpPr>
        <p:spPr>
          <a:xfrm>
            <a:off x="3330128" y="3420816"/>
            <a:ext cx="291119" cy="7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9914F004-01BB-8DD3-9861-F0B663B67E55}"/>
              </a:ext>
            </a:extLst>
          </p:cNvPr>
          <p:cNvSpPr txBox="1"/>
          <p:nvPr/>
        </p:nvSpPr>
        <p:spPr>
          <a:xfrm>
            <a:off x="2664142" y="3097650"/>
            <a:ext cx="6659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ko-Kore-KR" sz="1800" dirty="0">
                <a:solidFill>
                  <a:schemeClr val="tx1"/>
                </a:solidFill>
                <a:latin typeface="Calibri" panose="020F050202020403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State</a:t>
            </a:r>
          </a:p>
          <a:p>
            <a:pPr algn="ctr"/>
            <a:endParaRPr lang="ko-Kore-KR" alt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4ACF6105-C4EE-D801-E08E-9D0C456325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9083" y="3429857"/>
            <a:ext cx="189626" cy="1668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3B2EF89-02D8-A03A-4BCF-DAD914479FA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70690" y="3810260"/>
            <a:ext cx="449222" cy="1932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DA5B9F-DBCC-3B0D-7AEF-F449AAA368D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49610" y="2832706"/>
            <a:ext cx="480564" cy="204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16407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4852</TotalTime>
  <Words>224</Words>
  <Application>Microsoft Macintosh PowerPoint</Application>
  <PresentationFormat>Custom</PresentationFormat>
  <Paragraphs>192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Generalizable RL Agents in Procedurally Generated Environments</dc:title>
  <cp:lastModifiedBy>Seungyong Moon (문승용)</cp:lastModifiedBy>
  <cp:revision>505</cp:revision>
  <cp:lastPrinted>2023-09-18T02:16:55Z</cp:lastPrinted>
  <dcterms:modified xsi:type="dcterms:W3CDTF">2026-01-10T10:27:51Z</dcterms:modified>
</cp:coreProperties>
</file>